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pa-OSM-podklad" descr="_map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9391650"/>
          </a:xfrm>
          <a:prstGeom prst="rect">
            <a:avLst/>
          </a:prstGeom>
        </p:spPr>
      </p:pic>
      <p:cxnSp>
        <p:nvCxnSpPr>
          <p:cNvPr id="3" name="trasa-1"/>
          <p:cNvCxnSpPr/>
          <p:nvPr/>
        </p:nvCxnSpPr>
        <p:spPr>
          <a:xfrm flipH="1" flipV="1">
            <a:off x="7878389" y="6909026"/>
            <a:ext cx="455986" cy="320449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trasa-2"/>
          <p:cNvCxnSpPr/>
          <p:nvPr/>
        </p:nvCxnSpPr>
        <p:spPr>
          <a:xfrm flipH="1" flipV="1">
            <a:off x="7422113" y="6598103"/>
            <a:ext cx="456276" cy="31092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rasa-3"/>
          <p:cNvCxnSpPr/>
          <p:nvPr/>
        </p:nvCxnSpPr>
        <p:spPr>
          <a:xfrm flipH="1" flipV="1">
            <a:off x="6965545" y="6296705"/>
            <a:ext cx="456568" cy="301398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rasa-4"/>
          <p:cNvCxnSpPr/>
          <p:nvPr/>
        </p:nvCxnSpPr>
        <p:spPr>
          <a:xfrm flipH="1" flipV="1">
            <a:off x="6508685" y="6004832"/>
            <a:ext cx="456860" cy="29187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sa-5"/>
          <p:cNvCxnSpPr/>
          <p:nvPr/>
        </p:nvCxnSpPr>
        <p:spPr>
          <a:xfrm flipH="1" flipV="1">
            <a:off x="6051533" y="5722483"/>
            <a:ext cx="457152" cy="282349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rasa-6"/>
          <p:cNvCxnSpPr/>
          <p:nvPr/>
        </p:nvCxnSpPr>
        <p:spPr>
          <a:xfrm flipH="1" flipV="1">
            <a:off x="5594090" y="5449660"/>
            <a:ext cx="457443" cy="27282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sa-7"/>
          <p:cNvCxnSpPr/>
          <p:nvPr/>
        </p:nvCxnSpPr>
        <p:spPr>
          <a:xfrm flipH="1" flipV="1">
            <a:off x="5136356" y="5186362"/>
            <a:ext cx="457734" cy="263298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rasa-8"/>
          <p:cNvCxnSpPr/>
          <p:nvPr/>
        </p:nvCxnSpPr>
        <p:spPr>
          <a:xfrm flipH="1" flipV="1">
            <a:off x="4678330" y="4932589"/>
            <a:ext cx="458026" cy="25377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rasa-9"/>
          <p:cNvCxnSpPr/>
          <p:nvPr/>
        </p:nvCxnSpPr>
        <p:spPr>
          <a:xfrm flipH="1" flipV="1">
            <a:off x="4220012" y="4688341"/>
            <a:ext cx="458318" cy="244248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rasa-10"/>
          <p:cNvCxnSpPr/>
          <p:nvPr/>
        </p:nvCxnSpPr>
        <p:spPr>
          <a:xfrm flipH="1" flipV="1">
            <a:off x="3761403" y="4453617"/>
            <a:ext cx="458609" cy="234724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sa-11"/>
          <p:cNvCxnSpPr/>
          <p:nvPr/>
        </p:nvCxnSpPr>
        <p:spPr>
          <a:xfrm flipH="1" flipV="1">
            <a:off x="3302502" y="4228419"/>
            <a:ext cx="458901" cy="225198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trasa-12"/>
          <p:cNvCxnSpPr/>
          <p:nvPr/>
        </p:nvCxnSpPr>
        <p:spPr>
          <a:xfrm flipH="1" flipV="1">
            <a:off x="2843309" y="4012746"/>
            <a:ext cx="459193" cy="21567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trasa-13"/>
          <p:cNvCxnSpPr/>
          <p:nvPr/>
        </p:nvCxnSpPr>
        <p:spPr>
          <a:xfrm flipH="1" flipV="1">
            <a:off x="2383825" y="3806598"/>
            <a:ext cx="459484" cy="206148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rasa-14"/>
          <p:cNvCxnSpPr/>
          <p:nvPr/>
        </p:nvCxnSpPr>
        <p:spPr>
          <a:xfrm flipH="1" flipV="1">
            <a:off x="1924050" y="3609975"/>
            <a:ext cx="459775" cy="19662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in-warsztat-grot"/>
          <p:cNvSpPr/>
          <p:nvPr/>
        </p:nvSpPr>
        <p:spPr>
          <a:xfrm>
            <a:off x="8018907" y="7448550"/>
            <a:ext cx="630936" cy="902589"/>
          </a:xfrm>
          <a:custGeom>
            <a:avLst/>
            <a:gdLst/>
            <a:ahLst/>
            <a:cxnLst/>
            <a:rect l="l" t="t" r="r" b="b"/>
            <a:pathLst>
              <a:path w="630936" h="902589">
                <a:moveTo>
                  <a:pt x="0" y="0"/>
                </a:moveTo>
                <a:lnTo>
                  <a:pt x="630936" y="0"/>
                </a:lnTo>
                <a:lnTo>
                  <a:pt x="315468" y="902589"/>
                </a:lnTo>
                <a:close/>
              </a:path>
            </a:pathLst>
          </a:cu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in-warsztat-kolo"/>
          <p:cNvSpPr/>
          <p:nvPr/>
        </p:nvSpPr>
        <p:spPr>
          <a:xfrm>
            <a:off x="7896225" y="6791325"/>
            <a:ext cx="876300" cy="87630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in-warsztat-korona"/>
          <p:cNvSpPr/>
          <p:nvPr/>
        </p:nvSpPr>
        <p:spPr>
          <a:xfrm>
            <a:off x="8105775" y="7026783"/>
            <a:ext cx="457200" cy="329184"/>
          </a:xfrm>
          <a:custGeom>
            <a:avLst/>
            <a:gdLst/>
            <a:ahLst/>
            <a:cxnLst/>
            <a:rect l="l" t="t" r="r" b="b"/>
            <a:pathLst>
              <a:path w="457200" h="329184">
                <a:moveTo>
                  <a:pt x="0" y="329184"/>
                </a:moveTo>
                <a:lnTo>
                  <a:pt x="0" y="82296"/>
                </a:lnTo>
                <a:lnTo>
                  <a:pt x="114300" y="192024"/>
                </a:lnTo>
                <a:lnTo>
                  <a:pt x="228600" y="0"/>
                </a:lnTo>
                <a:lnTo>
                  <a:pt x="342900" y="192024"/>
                </a:lnTo>
                <a:lnTo>
                  <a:pt x="457200" y="82296"/>
                </a:lnTo>
                <a:lnTo>
                  <a:pt x="457200" y="3291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in-warsztat-korona-base"/>
          <p:cNvSpPr/>
          <p:nvPr/>
        </p:nvSpPr>
        <p:spPr>
          <a:xfrm>
            <a:off x="8105775" y="7301103"/>
            <a:ext cx="457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in-lotnisko-grot"/>
          <p:cNvSpPr/>
          <p:nvPr/>
        </p:nvSpPr>
        <p:spPr>
          <a:xfrm>
            <a:off x="1649730" y="3800475"/>
            <a:ext cx="548640" cy="784860"/>
          </a:xfrm>
          <a:custGeom>
            <a:avLst/>
            <a:gdLst/>
            <a:ahLst/>
            <a:cxnLst/>
            <a:rect l="l" t="t" r="r" b="b"/>
            <a:pathLst>
              <a:path w="548640" h="784860">
                <a:moveTo>
                  <a:pt x="0" y="0"/>
                </a:moveTo>
                <a:lnTo>
                  <a:pt x="548640" y="0"/>
                </a:lnTo>
                <a:lnTo>
                  <a:pt x="274320" y="7848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in-lotnisko-kolo"/>
          <p:cNvSpPr/>
          <p:nvPr/>
        </p:nvSpPr>
        <p:spPr>
          <a:xfrm>
            <a:off x="1543050" y="3228975"/>
            <a:ext cx="762000" cy="76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in-lotnisko-samolot"/>
          <p:cNvSpPr/>
          <p:nvPr/>
        </p:nvSpPr>
        <p:spPr>
          <a:xfrm>
            <a:off x="1724977" y="3362325"/>
            <a:ext cx="398145" cy="429577"/>
          </a:xfrm>
          <a:custGeom>
            <a:avLst/>
            <a:gdLst/>
            <a:ahLst/>
            <a:cxnLst/>
            <a:rect l="l" t="t" r="r" b="b"/>
            <a:pathLst>
              <a:path w="398145" h="429577">
                <a:moveTo>
                  <a:pt x="199073" y="0"/>
                </a:moveTo>
                <a:lnTo>
                  <a:pt x="245174" y="178117"/>
                </a:lnTo>
                <a:lnTo>
                  <a:pt x="398145" y="268224"/>
                </a:lnTo>
                <a:lnTo>
                  <a:pt x="398145" y="310134"/>
                </a:lnTo>
                <a:lnTo>
                  <a:pt x="240983" y="272415"/>
                </a:lnTo>
                <a:lnTo>
                  <a:pt x="232601" y="360425"/>
                </a:lnTo>
                <a:lnTo>
                  <a:pt x="293370" y="408622"/>
                </a:lnTo>
                <a:lnTo>
                  <a:pt x="293370" y="429577"/>
                </a:lnTo>
                <a:lnTo>
                  <a:pt x="199073" y="402336"/>
                </a:lnTo>
                <a:lnTo>
                  <a:pt x="104775" y="429577"/>
                </a:lnTo>
                <a:lnTo>
                  <a:pt x="104775" y="408622"/>
                </a:lnTo>
                <a:lnTo>
                  <a:pt x="165545" y="360425"/>
                </a:lnTo>
                <a:lnTo>
                  <a:pt x="157163" y="272415"/>
                </a:lnTo>
                <a:lnTo>
                  <a:pt x="0" y="310134"/>
                </a:lnTo>
                <a:lnTo>
                  <a:pt x="0" y="268224"/>
                </a:lnTo>
                <a:lnTo>
                  <a:pt x="152972" y="1781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tykieta-kef-tlo"/>
          <p:cNvSpPr/>
          <p:nvPr/>
        </p:nvSpPr>
        <p:spPr>
          <a:xfrm>
            <a:off x="933450" y="4676775"/>
            <a:ext cx="19812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abel-kef-text"/>
          <p:cNvSpPr txBox="1"/>
          <p:nvPr/>
        </p:nvSpPr>
        <p:spPr>
          <a:xfrm>
            <a:off x="933450" y="4676775"/>
            <a:ext cx="19812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Poppins"/>
              </a:rPr>
              <a:t>KEF AIRPORT</a:t>
            </a:r>
          </a:p>
        </p:txBody>
      </p:sp>
      <p:sp>
        <p:nvSpPr>
          <p:cNvPr id="26" name="etykieta-warsztat-tlo"/>
          <p:cNvSpPr/>
          <p:nvPr/>
        </p:nvSpPr>
        <p:spPr>
          <a:xfrm>
            <a:off x="5191125" y="6924675"/>
            <a:ext cx="2590800" cy="6096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abel-garage-text"/>
          <p:cNvSpPr txBox="1"/>
          <p:nvPr/>
        </p:nvSpPr>
        <p:spPr>
          <a:xfrm>
            <a:off x="5191125" y="6924675"/>
            <a:ext cx="2590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25" b="1">
                <a:solidFill>
                  <a:srgbClr val="3C4043"/>
                </a:solidFill>
                <a:latin typeface="Poppins"/>
              </a:rPr>
              <a:t>Mountain Car</a:t>
            </a:r>
          </a:p>
        </p:txBody>
      </p:sp>
      <p:sp>
        <p:nvSpPr>
          <p:cNvPr id="28" name="badge-tlo"/>
          <p:cNvSpPr/>
          <p:nvPr/>
        </p:nvSpPr>
        <p:spPr>
          <a:xfrm>
            <a:off x="5676900" y="1676400"/>
            <a:ext cx="4152900" cy="819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badge-slonce"/>
          <p:cNvSpPr/>
          <p:nvPr/>
        </p:nvSpPr>
        <p:spPr>
          <a:xfrm>
            <a:off x="5972175" y="1885950"/>
            <a:ext cx="400050" cy="40005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badge-promien-1"/>
          <p:cNvCxnSpPr/>
          <p:nvPr/>
        </p:nvCxnSpPr>
        <p:spPr>
          <a:xfrm>
            <a:off x="6419850" y="2085975"/>
            <a:ext cx="76200" cy="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adge-promien-2"/>
          <p:cNvCxnSpPr/>
          <p:nvPr/>
        </p:nvCxnSpPr>
        <p:spPr>
          <a:xfrm>
            <a:off x="6386671" y="220980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badge-promien-3"/>
          <p:cNvCxnSpPr/>
          <p:nvPr/>
        </p:nvCxnSpPr>
        <p:spPr>
          <a:xfrm>
            <a:off x="6296025" y="2300446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badge-promien-4"/>
          <p:cNvCxnSpPr/>
          <p:nvPr/>
        </p:nvCxnSpPr>
        <p:spPr>
          <a:xfrm>
            <a:off x="6172200" y="2333625"/>
            <a:ext cx="0" cy="762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badge-promien-5"/>
          <p:cNvCxnSpPr/>
          <p:nvPr/>
        </p:nvCxnSpPr>
        <p:spPr>
          <a:xfrm flipH="1">
            <a:off x="6010275" y="2300446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badge-promien-6"/>
          <p:cNvCxnSpPr/>
          <p:nvPr/>
        </p:nvCxnSpPr>
        <p:spPr>
          <a:xfrm flipH="1">
            <a:off x="5891737" y="220980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badge-promien-7"/>
          <p:cNvCxnSpPr/>
          <p:nvPr/>
        </p:nvCxnSpPr>
        <p:spPr>
          <a:xfrm flipH="1">
            <a:off x="5848350" y="2085975"/>
            <a:ext cx="76200" cy="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badge-promien-8"/>
          <p:cNvCxnSpPr/>
          <p:nvPr/>
        </p:nvCxnSpPr>
        <p:spPr>
          <a:xfrm flipH="1" flipV="1">
            <a:off x="5891737" y="192405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badge-promien-9"/>
          <p:cNvCxnSpPr/>
          <p:nvPr/>
        </p:nvCxnSpPr>
        <p:spPr>
          <a:xfrm flipH="1" flipV="1">
            <a:off x="6010275" y="1805512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badge-promien-10"/>
          <p:cNvCxnSpPr/>
          <p:nvPr/>
        </p:nvCxnSpPr>
        <p:spPr>
          <a:xfrm flipV="1">
            <a:off x="6172200" y="1762125"/>
            <a:ext cx="0" cy="762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badge-promien-11"/>
          <p:cNvCxnSpPr/>
          <p:nvPr/>
        </p:nvCxnSpPr>
        <p:spPr>
          <a:xfrm flipV="1">
            <a:off x="6296025" y="1805512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badge-promien-12"/>
          <p:cNvCxnSpPr/>
          <p:nvPr/>
        </p:nvCxnSpPr>
        <p:spPr>
          <a:xfrm flipV="1">
            <a:off x="6386671" y="192405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badge-text"/>
          <p:cNvSpPr txBox="1"/>
          <p:nvPr/>
        </p:nvSpPr>
        <p:spPr>
          <a:xfrm>
            <a:off x="6591300" y="1866900"/>
            <a:ext cx="2762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3C4043"/>
                </a:solidFill>
                <a:latin typeface="Poppins"/>
              </a:rPr>
              <a:t>YOU'VE EARNED IT</a:t>
            </a:r>
          </a:p>
        </p:txBody>
      </p:sp>
      <p:sp>
        <p:nvSpPr>
          <p:cNvPr id="43" name="badge-korona"/>
          <p:cNvSpPr/>
          <p:nvPr/>
        </p:nvSpPr>
        <p:spPr>
          <a:xfrm>
            <a:off x="9305925" y="1955673"/>
            <a:ext cx="361950" cy="260604"/>
          </a:xfrm>
          <a:custGeom>
            <a:avLst/>
            <a:gdLst/>
            <a:ahLst/>
            <a:cxnLst/>
            <a:rect l="l" t="t" r="r" b="b"/>
            <a:pathLst>
              <a:path w="361950" h="260604">
                <a:moveTo>
                  <a:pt x="0" y="260604"/>
                </a:moveTo>
                <a:lnTo>
                  <a:pt x="0" y="65151"/>
                </a:lnTo>
                <a:lnTo>
                  <a:pt x="90487" y="152019"/>
                </a:lnTo>
                <a:lnTo>
                  <a:pt x="180975" y="0"/>
                </a:lnTo>
                <a:lnTo>
                  <a:pt x="271462" y="152019"/>
                </a:lnTo>
                <a:lnTo>
                  <a:pt x="361950" y="65151"/>
                </a:lnTo>
                <a:lnTo>
                  <a:pt x="361950" y="260604"/>
                </a:lnTo>
                <a:close/>
              </a:path>
            </a:pathLst>
          </a:cu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dge-korona-base"/>
          <p:cNvSpPr/>
          <p:nvPr/>
        </p:nvSpPr>
        <p:spPr>
          <a:xfrm>
            <a:off x="9305925" y="2172843"/>
            <a:ext cx="361950" cy="43433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search-tlo"/>
          <p:cNvSpPr/>
          <p:nvPr/>
        </p:nvSpPr>
        <p:spPr>
          <a:xfrm>
            <a:off x="533400" y="533400"/>
            <a:ext cx="9220200" cy="876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search-lupa"/>
          <p:cNvSpPr/>
          <p:nvPr/>
        </p:nvSpPr>
        <p:spPr>
          <a:xfrm>
            <a:off x="914400" y="800100"/>
            <a:ext cx="419100" cy="41910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7" name="search-lupa-raczka"/>
          <p:cNvCxnSpPr/>
          <p:nvPr/>
        </p:nvCxnSpPr>
        <p:spPr>
          <a:xfrm>
            <a:off x="1276350" y="1162050"/>
            <a:ext cx="171450" cy="171450"/>
          </a:xfrm>
          <a:prstGeom prst="line">
            <a:avLst/>
          </a:prstGeom>
          <a:ln w="66675" cap="rnd">
            <a:solidFill>
              <a:srgbClr val="80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earch-text"/>
          <p:cNvSpPr txBox="1"/>
          <p:nvPr/>
        </p:nvSpPr>
        <p:spPr>
          <a:xfrm>
            <a:off x="1676400" y="70485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0">
                <a:solidFill>
                  <a:srgbClr val="3C4043"/>
                </a:solidFill>
                <a:latin typeface="Poppins"/>
              </a:rPr>
              <a:t>where can I leave my car while I'm away?</a:t>
            </a:r>
          </a:p>
        </p:txBody>
      </p:sp>
      <p:sp>
        <p:nvSpPr>
          <p:cNvPr id="49" name="karta-tlo"/>
          <p:cNvSpPr/>
          <p:nvPr/>
        </p:nvSpPr>
        <p:spPr>
          <a:xfrm>
            <a:off x="571500" y="7581900"/>
            <a:ext cx="5372100" cy="1485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card-name"/>
          <p:cNvSpPr txBox="1"/>
          <p:nvPr/>
        </p:nvSpPr>
        <p:spPr>
          <a:xfrm>
            <a:off x="838200" y="7734300"/>
            <a:ext cx="4000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3C4043"/>
                </a:solidFill>
                <a:latin typeface="Poppins"/>
              </a:rPr>
              <a:t>Mountain Car Garage</a:t>
            </a:r>
          </a:p>
        </p:txBody>
      </p:sp>
      <p:sp>
        <p:nvSpPr>
          <p:cNvPr id="51" name="card-address"/>
          <p:cNvSpPr txBox="1"/>
          <p:nvPr/>
        </p:nvSpPr>
        <p:spPr>
          <a:xfrm>
            <a:off x="838200" y="821055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0">
                <a:solidFill>
                  <a:srgbClr val="80868B"/>
                </a:solidFill>
                <a:latin typeface="Poppins"/>
              </a:rPr>
              <a:t>Njarðarbraut 3i, Njarðvík</a:t>
            </a:r>
          </a:p>
        </p:txBody>
      </p:sp>
      <p:sp>
        <p:nvSpPr>
          <p:cNvPr id="52" name="card-hours"/>
          <p:cNvSpPr txBox="1"/>
          <p:nvPr/>
        </p:nvSpPr>
        <p:spPr>
          <a:xfrm>
            <a:off x="838200" y="8591550"/>
            <a:ext cx="4476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>
                <a:solidFill>
                  <a:srgbClr val="1A9E5A"/>
                </a:solidFill>
                <a:latin typeface="Poppins"/>
              </a:rPr>
              <a:t>Open  ·  Mon–Sat 15:00–21:00</a:t>
            </a:r>
          </a:p>
        </p:txBody>
      </p:sp>
      <p:sp>
        <p:nvSpPr>
          <p:cNvPr id="53" name="karta-korona"/>
          <p:cNvSpPr/>
          <p:nvPr/>
        </p:nvSpPr>
        <p:spPr>
          <a:xfrm>
            <a:off x="5305425" y="7856982"/>
            <a:ext cx="400050" cy="288036"/>
          </a:xfrm>
          <a:custGeom>
            <a:avLst/>
            <a:gdLst/>
            <a:ahLst/>
            <a:cxnLst/>
            <a:rect l="l" t="t" r="r" b="b"/>
            <a:pathLst>
              <a:path w="400050" h="288036">
                <a:moveTo>
                  <a:pt x="0" y="288036"/>
                </a:moveTo>
                <a:lnTo>
                  <a:pt x="0" y="72009"/>
                </a:lnTo>
                <a:lnTo>
                  <a:pt x="100012" y="168021"/>
                </a:lnTo>
                <a:lnTo>
                  <a:pt x="200025" y="0"/>
                </a:lnTo>
                <a:lnTo>
                  <a:pt x="300037" y="168021"/>
                </a:lnTo>
                <a:lnTo>
                  <a:pt x="400050" y="72009"/>
                </a:lnTo>
                <a:lnTo>
                  <a:pt x="400050" y="288036"/>
                </a:lnTo>
                <a:close/>
              </a:path>
            </a:pathLst>
          </a:cu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arta-korona-base"/>
          <p:cNvSpPr/>
          <p:nvPr/>
        </p:nvSpPr>
        <p:spPr>
          <a:xfrm>
            <a:off x="5305425" y="8097012"/>
            <a:ext cx="400050" cy="48006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attribution-osm"/>
          <p:cNvSpPr txBox="1"/>
          <p:nvPr/>
        </p:nvSpPr>
        <p:spPr>
          <a:xfrm>
            <a:off x="5715000" y="9124950"/>
            <a:ext cx="44577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75" b="0">
                <a:solidFill>
                  <a:srgbClr val="80868B"/>
                </a:solidFill>
                <a:latin typeface="Poppins"/>
              </a:rPr>
              <a:t>map © OpenStreetMap contributors</a:t>
            </a:r>
          </a:p>
        </p:txBody>
      </p:sp>
      <p:sp>
        <p:nvSpPr>
          <p:cNvPr id="56" name="band-tlo"/>
          <p:cNvSpPr/>
          <p:nvPr/>
        </p:nvSpPr>
        <p:spPr>
          <a:xfrm>
            <a:off x="0" y="9391650"/>
            <a:ext cx="10287000" cy="3467100"/>
          </a:xfrm>
          <a:prstGeom prst="rect">
            <a:avLst/>
          </a:prstGeom>
          <a:solidFill>
            <a:srgbClr val="11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band-linia"/>
          <p:cNvSpPr/>
          <p:nvPr/>
        </p:nvSpPr>
        <p:spPr>
          <a:xfrm>
            <a:off x="0" y="9391650"/>
            <a:ext cx="10287000" cy="762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band-headline-1"/>
          <p:cNvSpPr txBox="1"/>
          <p:nvPr/>
        </p:nvSpPr>
        <p:spPr>
          <a:xfrm>
            <a:off x="571500" y="9601200"/>
            <a:ext cx="9334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50" b="1">
                <a:solidFill>
                  <a:srgbClr val="FFFFFF"/>
                </a:solidFill>
                <a:latin typeface="Poppins"/>
              </a:rPr>
              <a:t>LEAVE YOUR CAR WITH US —</a:t>
            </a:r>
          </a:p>
        </p:txBody>
      </p:sp>
      <p:sp>
        <p:nvSpPr>
          <p:cNvPr id="59" name="band-headline-2"/>
          <p:cNvSpPr txBox="1"/>
          <p:nvPr/>
        </p:nvSpPr>
        <p:spPr>
          <a:xfrm>
            <a:off x="571500" y="10306050"/>
            <a:ext cx="9334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50" b="1">
                <a:solidFill>
                  <a:srgbClr val="FF7A1A"/>
                </a:solidFill>
                <a:latin typeface="Poppins"/>
              </a:rPr>
              <a:t>GO ENJOY YOUR TIME OFF</a:t>
            </a:r>
          </a:p>
        </p:txBody>
      </p:sp>
      <p:sp>
        <p:nvSpPr>
          <p:cNvPr id="60" name="band-sub-1"/>
          <p:cNvSpPr txBox="1"/>
          <p:nvPr/>
        </p:nvSpPr>
        <p:spPr>
          <a:xfrm>
            <a:off x="571500" y="11201400"/>
            <a:ext cx="933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25" b="0">
                <a:solidFill>
                  <a:srgbClr val="D6DBE2"/>
                </a:solidFill>
                <a:latin typeface="Poppins"/>
              </a:rPr>
              <a:t>Heading out of Iceland? Drop the car off at the garage</a:t>
            </a:r>
          </a:p>
        </p:txBody>
      </p:sp>
      <p:sp>
        <p:nvSpPr>
          <p:cNvPr id="61" name="band-sub-2"/>
          <p:cNvSpPr txBox="1"/>
          <p:nvPr/>
        </p:nvSpPr>
        <p:spPr>
          <a:xfrm>
            <a:off x="571500" y="11582400"/>
            <a:ext cx="933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25" b="0">
                <a:solidFill>
                  <a:srgbClr val="D6DBE2"/>
                </a:solidFill>
                <a:latin typeface="Poppins"/>
              </a:rPr>
              <a:t>and pick it up when you're back.</a:t>
            </a:r>
          </a:p>
        </p:txBody>
      </p:sp>
      <p:sp>
        <p:nvSpPr>
          <p:cNvPr id="62" name="band-kontakt"/>
          <p:cNvSpPr txBox="1"/>
          <p:nvPr/>
        </p:nvSpPr>
        <p:spPr>
          <a:xfrm>
            <a:off x="571500" y="12134850"/>
            <a:ext cx="933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>
                <a:solidFill>
                  <a:srgbClr val="969EAA"/>
                </a:solidFill>
                <a:latin typeface="Poppins"/>
              </a:rPr>
              <a:t>MOUNTAIN CAR GARAGE  ·  NJARÐVÍK  ·  WhatsApp +354 888 8005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