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apa-OSM-podklad" descr="_map_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9391650"/>
          </a:xfrm>
          <a:prstGeom prst="rect">
            <a:avLst/>
          </a:prstGeom>
        </p:spPr>
      </p:pic>
      <p:cxnSp>
        <p:nvCxnSpPr>
          <p:cNvPr id="3" name="trasa-1"/>
          <p:cNvCxnSpPr/>
          <p:nvPr/>
        </p:nvCxnSpPr>
        <p:spPr>
          <a:xfrm flipH="1" flipV="1">
            <a:off x="7562947" y="6363380"/>
            <a:ext cx="438053" cy="304120"/>
          </a:xfrm>
          <a:prstGeom prst="line">
            <a:avLst/>
          </a:prstGeom>
          <a:ln w="104775" cap="rnd">
            <a:solidFill>
              <a:srgbClr val="FF7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trasa-2"/>
          <p:cNvCxnSpPr/>
          <p:nvPr/>
        </p:nvCxnSpPr>
        <p:spPr>
          <a:xfrm flipH="1" flipV="1">
            <a:off x="7119645" y="6076950"/>
            <a:ext cx="443302" cy="286430"/>
          </a:xfrm>
          <a:prstGeom prst="line">
            <a:avLst/>
          </a:prstGeom>
          <a:ln w="104775" cap="rnd">
            <a:solidFill>
              <a:srgbClr val="FF7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trasa-3"/>
          <p:cNvCxnSpPr/>
          <p:nvPr/>
        </p:nvCxnSpPr>
        <p:spPr>
          <a:xfrm flipH="1" flipV="1">
            <a:off x="6671096" y="5808208"/>
            <a:ext cx="448549" cy="268742"/>
          </a:xfrm>
          <a:prstGeom prst="line">
            <a:avLst/>
          </a:prstGeom>
          <a:ln w="104775" cap="rnd">
            <a:solidFill>
              <a:srgbClr val="FF7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trasa-4"/>
          <p:cNvCxnSpPr/>
          <p:nvPr/>
        </p:nvCxnSpPr>
        <p:spPr>
          <a:xfrm flipH="1" flipV="1">
            <a:off x="6217297" y="5557157"/>
            <a:ext cx="453799" cy="251051"/>
          </a:xfrm>
          <a:prstGeom prst="line">
            <a:avLst/>
          </a:prstGeom>
          <a:ln w="104775" cap="rnd">
            <a:solidFill>
              <a:srgbClr val="FF7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trasa-5"/>
          <p:cNvCxnSpPr/>
          <p:nvPr/>
        </p:nvCxnSpPr>
        <p:spPr>
          <a:xfrm flipH="1" flipV="1">
            <a:off x="5758251" y="5323794"/>
            <a:ext cx="459046" cy="233363"/>
          </a:xfrm>
          <a:prstGeom prst="line">
            <a:avLst/>
          </a:prstGeom>
          <a:ln w="104775" cap="rnd">
            <a:solidFill>
              <a:srgbClr val="FF7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trasa-6"/>
          <p:cNvCxnSpPr/>
          <p:nvPr/>
        </p:nvCxnSpPr>
        <p:spPr>
          <a:xfrm flipH="1" flipV="1">
            <a:off x="5293956" y="5108121"/>
            <a:ext cx="464295" cy="215673"/>
          </a:xfrm>
          <a:prstGeom prst="line">
            <a:avLst/>
          </a:prstGeom>
          <a:ln w="104775" cap="rnd">
            <a:solidFill>
              <a:srgbClr val="FF7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trasa-7"/>
          <p:cNvCxnSpPr/>
          <p:nvPr/>
        </p:nvCxnSpPr>
        <p:spPr>
          <a:xfrm flipH="1" flipV="1">
            <a:off x="4824412" y="4910137"/>
            <a:ext cx="469544" cy="197984"/>
          </a:xfrm>
          <a:prstGeom prst="line">
            <a:avLst/>
          </a:prstGeom>
          <a:ln w="104775" cap="rnd">
            <a:solidFill>
              <a:srgbClr val="FF7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trasa-8"/>
          <p:cNvCxnSpPr/>
          <p:nvPr/>
        </p:nvCxnSpPr>
        <p:spPr>
          <a:xfrm flipH="1" flipV="1">
            <a:off x="4349620" y="4729842"/>
            <a:ext cx="474792" cy="180295"/>
          </a:xfrm>
          <a:prstGeom prst="line">
            <a:avLst/>
          </a:prstGeom>
          <a:ln w="104775" cap="rnd">
            <a:solidFill>
              <a:srgbClr val="FF7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trasa-9"/>
          <p:cNvCxnSpPr/>
          <p:nvPr/>
        </p:nvCxnSpPr>
        <p:spPr>
          <a:xfrm flipH="1" flipV="1">
            <a:off x="3869579" y="4567237"/>
            <a:ext cx="480041" cy="162605"/>
          </a:xfrm>
          <a:prstGeom prst="line">
            <a:avLst/>
          </a:prstGeom>
          <a:ln w="104775" cap="rnd">
            <a:solidFill>
              <a:srgbClr val="FF7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trasa-10"/>
          <p:cNvCxnSpPr/>
          <p:nvPr/>
        </p:nvCxnSpPr>
        <p:spPr>
          <a:xfrm flipH="1" flipV="1">
            <a:off x="3384290" y="4422321"/>
            <a:ext cx="485289" cy="144916"/>
          </a:xfrm>
          <a:prstGeom prst="line">
            <a:avLst/>
          </a:prstGeom>
          <a:ln w="104775" cap="rnd">
            <a:solidFill>
              <a:srgbClr val="FF7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trasa-11"/>
          <p:cNvCxnSpPr/>
          <p:nvPr/>
        </p:nvCxnSpPr>
        <p:spPr>
          <a:xfrm flipH="1" flipV="1">
            <a:off x="2893753" y="4295094"/>
            <a:ext cx="490537" cy="127227"/>
          </a:xfrm>
          <a:prstGeom prst="line">
            <a:avLst/>
          </a:prstGeom>
          <a:ln w="104775" cap="rnd">
            <a:solidFill>
              <a:srgbClr val="FF7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trasa-12"/>
          <p:cNvCxnSpPr/>
          <p:nvPr/>
        </p:nvCxnSpPr>
        <p:spPr>
          <a:xfrm flipH="1" flipV="1">
            <a:off x="2397967" y="4185557"/>
            <a:ext cx="495786" cy="109537"/>
          </a:xfrm>
          <a:prstGeom prst="line">
            <a:avLst/>
          </a:prstGeom>
          <a:ln w="104775" cap="rnd">
            <a:solidFill>
              <a:srgbClr val="FF7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trasa-13"/>
          <p:cNvCxnSpPr/>
          <p:nvPr/>
        </p:nvCxnSpPr>
        <p:spPr>
          <a:xfrm flipH="1" flipV="1">
            <a:off x="1896932" y="4093708"/>
            <a:ext cx="501035" cy="91849"/>
          </a:xfrm>
          <a:prstGeom prst="line">
            <a:avLst/>
          </a:prstGeom>
          <a:ln w="104775" cap="rnd">
            <a:solidFill>
              <a:srgbClr val="FF7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trasa-14"/>
          <p:cNvCxnSpPr/>
          <p:nvPr/>
        </p:nvCxnSpPr>
        <p:spPr>
          <a:xfrm flipH="1" flipV="1">
            <a:off x="1390650" y="4019550"/>
            <a:ext cx="506282" cy="74158"/>
          </a:xfrm>
          <a:prstGeom prst="line">
            <a:avLst/>
          </a:prstGeom>
          <a:ln w="104775" cap="rnd">
            <a:solidFill>
              <a:srgbClr val="FF7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in-warsztat-grot"/>
          <p:cNvSpPr/>
          <p:nvPr/>
        </p:nvSpPr>
        <p:spPr>
          <a:xfrm>
            <a:off x="7685532" y="6886575"/>
            <a:ext cx="630936" cy="902589"/>
          </a:xfrm>
          <a:custGeom>
            <a:avLst/>
            <a:gdLst/>
            <a:ahLst/>
            <a:cxnLst/>
            <a:rect l="l" t="t" r="r" b="b"/>
            <a:pathLst>
              <a:path w="630936" h="902589">
                <a:moveTo>
                  <a:pt x="0" y="0"/>
                </a:moveTo>
                <a:lnTo>
                  <a:pt x="630936" y="0"/>
                </a:lnTo>
                <a:lnTo>
                  <a:pt x="315468" y="902589"/>
                </a:lnTo>
                <a:close/>
              </a:path>
            </a:pathLst>
          </a:cu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in-warsztat-kolo"/>
          <p:cNvSpPr/>
          <p:nvPr/>
        </p:nvSpPr>
        <p:spPr>
          <a:xfrm>
            <a:off x="7562850" y="6229350"/>
            <a:ext cx="876300" cy="876300"/>
          </a:xfrm>
          <a:prstGeom prst="ellipse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pin-warsztat-korona"/>
          <p:cNvSpPr/>
          <p:nvPr/>
        </p:nvSpPr>
        <p:spPr>
          <a:xfrm>
            <a:off x="7772400" y="6464808"/>
            <a:ext cx="457200" cy="329184"/>
          </a:xfrm>
          <a:custGeom>
            <a:avLst/>
            <a:gdLst/>
            <a:ahLst/>
            <a:cxnLst/>
            <a:rect l="l" t="t" r="r" b="b"/>
            <a:pathLst>
              <a:path w="457200" h="329184">
                <a:moveTo>
                  <a:pt x="0" y="329184"/>
                </a:moveTo>
                <a:lnTo>
                  <a:pt x="0" y="82296"/>
                </a:lnTo>
                <a:lnTo>
                  <a:pt x="114300" y="192024"/>
                </a:lnTo>
                <a:lnTo>
                  <a:pt x="228600" y="0"/>
                </a:lnTo>
                <a:lnTo>
                  <a:pt x="342900" y="192024"/>
                </a:lnTo>
                <a:lnTo>
                  <a:pt x="457200" y="82296"/>
                </a:lnTo>
                <a:lnTo>
                  <a:pt x="457200" y="32918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in-warsztat-korona-base"/>
          <p:cNvSpPr/>
          <p:nvPr/>
        </p:nvSpPr>
        <p:spPr>
          <a:xfrm>
            <a:off x="7772400" y="6739128"/>
            <a:ext cx="4572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pin-lotnisko-grot"/>
          <p:cNvSpPr/>
          <p:nvPr/>
        </p:nvSpPr>
        <p:spPr>
          <a:xfrm>
            <a:off x="1116330" y="4210050"/>
            <a:ext cx="548640" cy="784860"/>
          </a:xfrm>
          <a:custGeom>
            <a:avLst/>
            <a:gdLst/>
            <a:ahLst/>
            <a:cxnLst/>
            <a:rect l="l" t="t" r="r" b="b"/>
            <a:pathLst>
              <a:path w="548640" h="784860">
                <a:moveTo>
                  <a:pt x="0" y="0"/>
                </a:moveTo>
                <a:lnTo>
                  <a:pt x="548640" y="0"/>
                </a:lnTo>
                <a:lnTo>
                  <a:pt x="274320" y="78486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in-lotnisko-kolo"/>
          <p:cNvSpPr/>
          <p:nvPr/>
        </p:nvSpPr>
        <p:spPr>
          <a:xfrm>
            <a:off x="1009650" y="3638550"/>
            <a:ext cx="762000" cy="7620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in-lotnisko-samolot"/>
          <p:cNvSpPr/>
          <p:nvPr/>
        </p:nvSpPr>
        <p:spPr>
          <a:xfrm>
            <a:off x="1191577" y="3771900"/>
            <a:ext cx="398145" cy="429577"/>
          </a:xfrm>
          <a:custGeom>
            <a:avLst/>
            <a:gdLst/>
            <a:ahLst/>
            <a:cxnLst/>
            <a:rect l="l" t="t" r="r" b="b"/>
            <a:pathLst>
              <a:path w="398145" h="429577">
                <a:moveTo>
                  <a:pt x="199073" y="0"/>
                </a:moveTo>
                <a:lnTo>
                  <a:pt x="245174" y="178117"/>
                </a:lnTo>
                <a:lnTo>
                  <a:pt x="398145" y="268224"/>
                </a:lnTo>
                <a:lnTo>
                  <a:pt x="398145" y="310134"/>
                </a:lnTo>
                <a:lnTo>
                  <a:pt x="240983" y="272415"/>
                </a:lnTo>
                <a:lnTo>
                  <a:pt x="232601" y="360425"/>
                </a:lnTo>
                <a:lnTo>
                  <a:pt x="293370" y="408622"/>
                </a:lnTo>
                <a:lnTo>
                  <a:pt x="293370" y="429577"/>
                </a:lnTo>
                <a:lnTo>
                  <a:pt x="199073" y="402336"/>
                </a:lnTo>
                <a:lnTo>
                  <a:pt x="104775" y="429577"/>
                </a:lnTo>
                <a:lnTo>
                  <a:pt x="104775" y="408622"/>
                </a:lnTo>
                <a:lnTo>
                  <a:pt x="165545" y="360425"/>
                </a:lnTo>
                <a:lnTo>
                  <a:pt x="157163" y="272415"/>
                </a:lnTo>
                <a:lnTo>
                  <a:pt x="0" y="310134"/>
                </a:lnTo>
                <a:lnTo>
                  <a:pt x="0" y="268224"/>
                </a:lnTo>
                <a:lnTo>
                  <a:pt x="152972" y="17811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tykieta-kef-tlo"/>
          <p:cNvSpPr/>
          <p:nvPr/>
        </p:nvSpPr>
        <p:spPr>
          <a:xfrm>
            <a:off x="400050" y="5086350"/>
            <a:ext cx="1981200" cy="495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etykieta-kef-tekst"/>
          <p:cNvSpPr txBox="1"/>
          <p:nvPr/>
        </p:nvSpPr>
        <p:spPr>
          <a:xfrm>
            <a:off x="400050" y="5086350"/>
            <a:ext cx="19812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Poppins"/>
              </a:rPr>
              <a:t>LOTNISKO KEF</a:t>
            </a:r>
          </a:p>
        </p:txBody>
      </p:sp>
      <p:sp>
        <p:nvSpPr>
          <p:cNvPr id="26" name="etykieta-warsztat-tlo"/>
          <p:cNvSpPr/>
          <p:nvPr/>
        </p:nvSpPr>
        <p:spPr>
          <a:xfrm>
            <a:off x="4857750" y="6362700"/>
            <a:ext cx="2590800" cy="609600"/>
          </a:xfrm>
          <a:prstGeom prst="roundRect">
            <a:avLst>
              <a:gd name="adj" fmla="val 3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etykieta-warsztat-tekst"/>
          <p:cNvSpPr txBox="1"/>
          <p:nvPr/>
        </p:nvSpPr>
        <p:spPr>
          <a:xfrm>
            <a:off x="4857750" y="6362700"/>
            <a:ext cx="25908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25" b="1">
                <a:solidFill>
                  <a:srgbClr val="3C4043"/>
                </a:solidFill>
                <a:latin typeface="Poppins"/>
              </a:rPr>
              <a:t>Mountain Car</a:t>
            </a:r>
          </a:p>
        </p:txBody>
      </p:sp>
      <p:sp>
        <p:nvSpPr>
          <p:cNvPr id="28" name="badge-tlo"/>
          <p:cNvSpPr/>
          <p:nvPr/>
        </p:nvSpPr>
        <p:spPr>
          <a:xfrm>
            <a:off x="5676900" y="1676400"/>
            <a:ext cx="4152900" cy="819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badge-slonce"/>
          <p:cNvSpPr/>
          <p:nvPr/>
        </p:nvSpPr>
        <p:spPr>
          <a:xfrm>
            <a:off x="5972175" y="1885950"/>
            <a:ext cx="400050" cy="400050"/>
          </a:xfrm>
          <a:prstGeom prst="ellipse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0" name="badge-promien-1"/>
          <p:cNvCxnSpPr/>
          <p:nvPr/>
        </p:nvCxnSpPr>
        <p:spPr>
          <a:xfrm>
            <a:off x="6419850" y="2085975"/>
            <a:ext cx="76200" cy="0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badge-promien-2"/>
          <p:cNvCxnSpPr/>
          <p:nvPr/>
        </p:nvCxnSpPr>
        <p:spPr>
          <a:xfrm>
            <a:off x="6386671" y="2209800"/>
            <a:ext cx="65991" cy="38100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badge-promien-3"/>
          <p:cNvCxnSpPr/>
          <p:nvPr/>
        </p:nvCxnSpPr>
        <p:spPr>
          <a:xfrm>
            <a:off x="6296025" y="2300446"/>
            <a:ext cx="38100" cy="65991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badge-promien-4"/>
          <p:cNvCxnSpPr/>
          <p:nvPr/>
        </p:nvCxnSpPr>
        <p:spPr>
          <a:xfrm>
            <a:off x="6172200" y="2333625"/>
            <a:ext cx="0" cy="76200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badge-promien-5"/>
          <p:cNvCxnSpPr/>
          <p:nvPr/>
        </p:nvCxnSpPr>
        <p:spPr>
          <a:xfrm flipH="1">
            <a:off x="6010275" y="2300446"/>
            <a:ext cx="38100" cy="65991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badge-promien-6"/>
          <p:cNvCxnSpPr/>
          <p:nvPr/>
        </p:nvCxnSpPr>
        <p:spPr>
          <a:xfrm flipH="1">
            <a:off x="5891737" y="2209800"/>
            <a:ext cx="65991" cy="38100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badge-promien-7"/>
          <p:cNvCxnSpPr/>
          <p:nvPr/>
        </p:nvCxnSpPr>
        <p:spPr>
          <a:xfrm flipH="1">
            <a:off x="5848350" y="2085975"/>
            <a:ext cx="76200" cy="0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badge-promien-8"/>
          <p:cNvCxnSpPr/>
          <p:nvPr/>
        </p:nvCxnSpPr>
        <p:spPr>
          <a:xfrm flipH="1" flipV="1">
            <a:off x="5891737" y="1924050"/>
            <a:ext cx="65991" cy="38100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badge-promien-9"/>
          <p:cNvCxnSpPr/>
          <p:nvPr/>
        </p:nvCxnSpPr>
        <p:spPr>
          <a:xfrm flipH="1" flipV="1">
            <a:off x="6010275" y="1805512"/>
            <a:ext cx="38100" cy="65991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badge-promien-10"/>
          <p:cNvCxnSpPr/>
          <p:nvPr/>
        </p:nvCxnSpPr>
        <p:spPr>
          <a:xfrm flipV="1">
            <a:off x="6172200" y="1762125"/>
            <a:ext cx="0" cy="76200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badge-promien-11"/>
          <p:cNvCxnSpPr/>
          <p:nvPr/>
        </p:nvCxnSpPr>
        <p:spPr>
          <a:xfrm flipV="1">
            <a:off x="6296025" y="1805512"/>
            <a:ext cx="38100" cy="65991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badge-promien-12"/>
          <p:cNvCxnSpPr/>
          <p:nvPr/>
        </p:nvCxnSpPr>
        <p:spPr>
          <a:xfrm flipV="1">
            <a:off x="6386671" y="1924050"/>
            <a:ext cx="65991" cy="38100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badge-tekst"/>
          <p:cNvSpPr txBox="1"/>
          <p:nvPr/>
        </p:nvSpPr>
        <p:spPr>
          <a:xfrm>
            <a:off x="6591300" y="1866900"/>
            <a:ext cx="2762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3C4043"/>
                </a:solidFill>
                <a:latin typeface="Poppins"/>
              </a:rPr>
              <a:t>ZASŁUŻONE WOLNE</a:t>
            </a:r>
          </a:p>
        </p:txBody>
      </p:sp>
      <p:sp>
        <p:nvSpPr>
          <p:cNvPr id="43" name="badge-korona"/>
          <p:cNvSpPr/>
          <p:nvPr/>
        </p:nvSpPr>
        <p:spPr>
          <a:xfrm>
            <a:off x="9305925" y="1955673"/>
            <a:ext cx="361950" cy="260604"/>
          </a:xfrm>
          <a:custGeom>
            <a:avLst/>
            <a:gdLst/>
            <a:ahLst/>
            <a:cxnLst/>
            <a:rect l="l" t="t" r="r" b="b"/>
            <a:pathLst>
              <a:path w="361950" h="260604">
                <a:moveTo>
                  <a:pt x="0" y="260604"/>
                </a:moveTo>
                <a:lnTo>
                  <a:pt x="0" y="65151"/>
                </a:lnTo>
                <a:lnTo>
                  <a:pt x="90487" y="152019"/>
                </a:lnTo>
                <a:lnTo>
                  <a:pt x="180975" y="0"/>
                </a:lnTo>
                <a:lnTo>
                  <a:pt x="271462" y="152019"/>
                </a:lnTo>
                <a:lnTo>
                  <a:pt x="361950" y="65151"/>
                </a:lnTo>
                <a:lnTo>
                  <a:pt x="361950" y="260604"/>
                </a:lnTo>
                <a:close/>
              </a:path>
            </a:pathLst>
          </a:cu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badge-korona-base"/>
          <p:cNvSpPr/>
          <p:nvPr/>
        </p:nvSpPr>
        <p:spPr>
          <a:xfrm>
            <a:off x="9305925" y="2172843"/>
            <a:ext cx="361950" cy="43433"/>
          </a:xfrm>
          <a:prstGeom prst="rect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search-tlo"/>
          <p:cNvSpPr/>
          <p:nvPr/>
        </p:nvSpPr>
        <p:spPr>
          <a:xfrm>
            <a:off x="533400" y="533400"/>
            <a:ext cx="9220200" cy="876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search-lupa"/>
          <p:cNvSpPr/>
          <p:nvPr/>
        </p:nvSpPr>
        <p:spPr>
          <a:xfrm>
            <a:off x="914400" y="800100"/>
            <a:ext cx="419100" cy="419100"/>
          </a:xfrm>
          <a:prstGeom prst="ellipse">
            <a:avLst/>
          </a:prstGeom>
          <a:solidFill>
            <a:srgbClr val="FFFFFF"/>
          </a:solidFill>
          <a:ln w="57150">
            <a:solidFill>
              <a:srgbClr val="80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7" name="search-lupa-raczka"/>
          <p:cNvCxnSpPr/>
          <p:nvPr/>
        </p:nvCxnSpPr>
        <p:spPr>
          <a:xfrm>
            <a:off x="1276350" y="1162050"/>
            <a:ext cx="171450" cy="171450"/>
          </a:xfrm>
          <a:prstGeom prst="line">
            <a:avLst/>
          </a:prstGeom>
          <a:ln w="66675" cap="rnd">
            <a:solidFill>
              <a:srgbClr val="8086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search-tekst"/>
          <p:cNvSpPr txBox="1"/>
          <p:nvPr/>
        </p:nvSpPr>
        <p:spPr>
          <a:xfrm>
            <a:off x="1676400" y="704850"/>
            <a:ext cx="7620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>
                <a:solidFill>
                  <a:srgbClr val="3C4043"/>
                </a:solidFill>
                <a:latin typeface="Poppins"/>
              </a:rPr>
              <a:t>gdzie zostawić auto na czas urlopu?</a:t>
            </a:r>
          </a:p>
        </p:txBody>
      </p:sp>
      <p:sp>
        <p:nvSpPr>
          <p:cNvPr id="49" name="karta-tlo"/>
          <p:cNvSpPr/>
          <p:nvPr/>
        </p:nvSpPr>
        <p:spPr>
          <a:xfrm>
            <a:off x="571500" y="7581900"/>
            <a:ext cx="5372100" cy="14859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karta-nazwa"/>
          <p:cNvSpPr txBox="1"/>
          <p:nvPr/>
        </p:nvSpPr>
        <p:spPr>
          <a:xfrm>
            <a:off x="838200" y="7734300"/>
            <a:ext cx="4000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50" b="1">
                <a:solidFill>
                  <a:srgbClr val="3C4043"/>
                </a:solidFill>
                <a:latin typeface="Poppins"/>
              </a:rPr>
              <a:t>Mountain Car Garage</a:t>
            </a:r>
          </a:p>
        </p:txBody>
      </p:sp>
      <p:sp>
        <p:nvSpPr>
          <p:cNvPr id="51" name="karta-adres"/>
          <p:cNvSpPr txBox="1"/>
          <p:nvPr/>
        </p:nvSpPr>
        <p:spPr>
          <a:xfrm>
            <a:off x="838200" y="8210550"/>
            <a:ext cx="4000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75" b="0">
                <a:solidFill>
                  <a:srgbClr val="80868B"/>
                </a:solidFill>
                <a:latin typeface="Poppins"/>
              </a:rPr>
              <a:t>Njarðarbraut 3i, Njarðvík</a:t>
            </a:r>
          </a:p>
        </p:txBody>
      </p:sp>
      <p:sp>
        <p:nvSpPr>
          <p:cNvPr id="52" name="karta-godziny"/>
          <p:cNvSpPr txBox="1"/>
          <p:nvPr/>
        </p:nvSpPr>
        <p:spPr>
          <a:xfrm>
            <a:off x="838200" y="8591550"/>
            <a:ext cx="44767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75" b="1">
                <a:solidFill>
                  <a:srgbClr val="1A9E5A"/>
                </a:solidFill>
                <a:latin typeface="Poppins"/>
              </a:rPr>
              <a:t>Otwarte  ·  pon–sob 15:00–21:00</a:t>
            </a:r>
          </a:p>
        </p:txBody>
      </p:sp>
      <p:sp>
        <p:nvSpPr>
          <p:cNvPr id="53" name="karta-korona"/>
          <p:cNvSpPr/>
          <p:nvPr/>
        </p:nvSpPr>
        <p:spPr>
          <a:xfrm>
            <a:off x="5305425" y="7856982"/>
            <a:ext cx="400050" cy="288036"/>
          </a:xfrm>
          <a:custGeom>
            <a:avLst/>
            <a:gdLst/>
            <a:ahLst/>
            <a:cxnLst/>
            <a:rect l="l" t="t" r="r" b="b"/>
            <a:pathLst>
              <a:path w="400050" h="288036">
                <a:moveTo>
                  <a:pt x="0" y="288036"/>
                </a:moveTo>
                <a:lnTo>
                  <a:pt x="0" y="72009"/>
                </a:lnTo>
                <a:lnTo>
                  <a:pt x="100012" y="168021"/>
                </a:lnTo>
                <a:lnTo>
                  <a:pt x="200025" y="0"/>
                </a:lnTo>
                <a:lnTo>
                  <a:pt x="300037" y="168021"/>
                </a:lnTo>
                <a:lnTo>
                  <a:pt x="400050" y="72009"/>
                </a:lnTo>
                <a:lnTo>
                  <a:pt x="400050" y="288036"/>
                </a:lnTo>
                <a:close/>
              </a:path>
            </a:pathLst>
          </a:cu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arta-korona-base"/>
          <p:cNvSpPr/>
          <p:nvPr/>
        </p:nvSpPr>
        <p:spPr>
          <a:xfrm>
            <a:off x="5305425" y="8097012"/>
            <a:ext cx="400050" cy="48006"/>
          </a:xfrm>
          <a:prstGeom prst="rect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atrybucja-osm"/>
          <p:cNvSpPr txBox="1"/>
          <p:nvPr/>
        </p:nvSpPr>
        <p:spPr>
          <a:xfrm>
            <a:off x="5715000" y="9124950"/>
            <a:ext cx="44577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75" b="0">
                <a:solidFill>
                  <a:srgbClr val="80868B"/>
                </a:solidFill>
                <a:latin typeface="Poppins"/>
              </a:rPr>
              <a:t>mapa © OpenStreetMap contributors</a:t>
            </a:r>
          </a:p>
        </p:txBody>
      </p:sp>
      <p:sp>
        <p:nvSpPr>
          <p:cNvPr id="56" name="band-tlo"/>
          <p:cNvSpPr/>
          <p:nvPr/>
        </p:nvSpPr>
        <p:spPr>
          <a:xfrm>
            <a:off x="0" y="9391650"/>
            <a:ext cx="10287000" cy="3467100"/>
          </a:xfrm>
          <a:prstGeom prst="rect">
            <a:avLst/>
          </a:prstGeom>
          <a:solidFill>
            <a:srgbClr val="11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band-linia"/>
          <p:cNvSpPr/>
          <p:nvPr/>
        </p:nvSpPr>
        <p:spPr>
          <a:xfrm>
            <a:off x="0" y="9391650"/>
            <a:ext cx="10287000" cy="7620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band-naglowek-1"/>
          <p:cNvSpPr txBox="1"/>
          <p:nvPr/>
        </p:nvSpPr>
        <p:spPr>
          <a:xfrm>
            <a:off x="571500" y="9601200"/>
            <a:ext cx="93345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650" b="1">
                <a:solidFill>
                  <a:srgbClr val="FFFFFF"/>
                </a:solidFill>
                <a:latin typeface="Poppins"/>
              </a:rPr>
              <a:t>ZOSTAW AUTO U NAS —</a:t>
            </a:r>
          </a:p>
        </p:txBody>
      </p:sp>
      <p:sp>
        <p:nvSpPr>
          <p:cNvPr id="59" name="band-naglowek-2"/>
          <p:cNvSpPr txBox="1"/>
          <p:nvPr/>
        </p:nvSpPr>
        <p:spPr>
          <a:xfrm>
            <a:off x="571500" y="10306050"/>
            <a:ext cx="93345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650" b="1">
                <a:solidFill>
                  <a:srgbClr val="FF7A1A"/>
                </a:solidFill>
                <a:latin typeface="Poppins"/>
              </a:rPr>
              <a:t>LEĆ NA ZASŁUŻONE WOLNE</a:t>
            </a:r>
          </a:p>
        </p:txBody>
      </p:sp>
      <p:sp>
        <p:nvSpPr>
          <p:cNvPr id="60" name="band-sub-1"/>
          <p:cNvSpPr txBox="1"/>
          <p:nvPr/>
        </p:nvSpPr>
        <p:spPr>
          <a:xfrm>
            <a:off x="571500" y="11201400"/>
            <a:ext cx="9334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75" b="0">
                <a:solidFill>
                  <a:srgbClr val="D6DBE2"/>
                </a:solidFill>
                <a:latin typeface="Poppins"/>
              </a:rPr>
              <a:t>Wyjeżdżasz z Islandii? Zostaw samochód w warsztacie</a:t>
            </a:r>
          </a:p>
        </p:txBody>
      </p:sp>
      <p:sp>
        <p:nvSpPr>
          <p:cNvPr id="61" name="band-sub-2"/>
          <p:cNvSpPr txBox="1"/>
          <p:nvPr/>
        </p:nvSpPr>
        <p:spPr>
          <a:xfrm>
            <a:off x="571500" y="11582400"/>
            <a:ext cx="9334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75" b="0">
                <a:solidFill>
                  <a:srgbClr val="D6DBE2"/>
                </a:solidFill>
                <a:latin typeface="Poppins"/>
              </a:rPr>
              <a:t>i odbierz go, kiedy wrócisz.</a:t>
            </a:r>
          </a:p>
        </p:txBody>
      </p:sp>
      <p:sp>
        <p:nvSpPr>
          <p:cNvPr id="62" name="band-kontakt"/>
          <p:cNvSpPr txBox="1"/>
          <p:nvPr/>
        </p:nvSpPr>
        <p:spPr>
          <a:xfrm>
            <a:off x="571500" y="12134850"/>
            <a:ext cx="9334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75" b="1">
                <a:solidFill>
                  <a:srgbClr val="969EAA"/>
                </a:solidFill>
                <a:latin typeface="Poppins"/>
              </a:rPr>
              <a:t>MOUNTAIN CAR GARAGE  ·  NJARÐVÍK  ·  WhatsApp +354 888 8005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